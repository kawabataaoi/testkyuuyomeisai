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317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給与台帳アプリ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962C"/>
                </a:solidFill>
              </a:rPr>
              <a:t>機能ガイド・使い方と注意点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478"/>
                </a:solidFill>
              </a:rPr>
              <a:t>一般ユーザー編／管理者編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8"/>
                </a:solidFill>
              </a:rPr>
              <a:t>2026年7月版（スクリーンショット付き改訂版）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98568" y="3127248"/>
            <a:ext cx="2194560" cy="0"/>
          </a:xfrm>
          <a:prstGeom prst="line">
            <a:avLst/>
          </a:prstGeom>
          <a:noFill/>
          <a:ln w="12700">
            <a:solidFill>
              <a:srgbClr val="C9962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このアプリでできること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3D296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45920" y="19019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給与明細の閲覧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3042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</a:rPr>
              <a:t>毎月の明細PDFをスマホ・PCからいつでも確認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3D2960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🌴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223760" y="19019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有給休暇の管理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23760" y="23042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</a:rPr>
              <a:t>残日数の確認・単日/複数日の使用申請をアプリ内で完結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3D296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20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45920" y="35021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残業代の見込み計算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39044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</a:rPr>
              <a:t>対象月の残業時間を入れると見込み額を自動計算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3D2960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3520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📢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223760" y="35021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お知らせ通知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390448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478"/>
                </a:solidFill>
              </a:rPr>
              <a:t>会社からの連絡事項や、アプリ更新のお知らせも自動で表示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78"/>
                </a:solidFill>
              </a:rPr>
              <a:t>社員ID・パスワードでログインするだけの、シンプルな社内アプリです。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LOGIN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ログイン方法（全員共通）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2403361" cy="5038344"/>
          </a:xfrm>
          <a:prstGeom prst="roundRect">
            <a:avLst>
              <a:gd name="adj" fmla="val 3805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257057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① 配布された社員IDとパスワードを入力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② 「ログイン」を押すと、自分専用の明細・有給情報が表示されます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③ ID・パスワードを忘れた場合は、画面下部から苗字・名前・生年月日で本人確認できます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ALL EMPLOYEES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明細タブ：給与明細の閲覧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2403361" cy="5038344"/>
          </a:xfrm>
          <a:prstGeom prst="roundRect">
            <a:avLst>
              <a:gd name="adj" fmla="val 3805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02_meis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257057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直近3か月の明細を自動表示（賞与も含む）。「すべての明細を表示」で過去分もまとめて確認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PDFをタップすると明細画面をそのまま閲覧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紛失中の月は赤色の「紛失」タグ、実績が未登録の月は金色の「未登録」タグで表示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サマリーには次回給料日・締め日・賞与日・有給残日数・次回有給付与日が自動表示されます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ALL EMPLOYEES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給与タブ：推移グラフと残業代計算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2403361" cy="5038344"/>
          </a:xfrm>
          <a:prstGeom prst="roundRect">
            <a:avLst>
              <a:gd name="adj" fmla="val 3805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03_kyuyo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257057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給与推移グラフで基本給・残業代・賞与の内訳を確認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今年の累計支給額・累計差引支給額を確認可能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対象月の残業時間を入力すると、残業代の見込みを自動計算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会社が設定した警告基準（初期値45時間）を超えると赤字で表示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ALL EMPLOYEES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有給タブ：残高確認と単日申請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2403361" cy="5038344"/>
          </a:xfrm>
          <a:prstGeom prst="roundRect">
            <a:avLst>
              <a:gd name="adj" fmla="val 3805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05_yukyu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257057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この画面からは単日の使用申請のみ行えます（日数入力は不要）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残日数が上部に常に表示され、年度ごとの内訳も確認できます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残日数が足りない場合は「有給残日数が足りません」と表示され、申請できません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「付与」操作はこの画面からは行えません（管理者がユーザー管理から訂正）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ALL EMPLOYEES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複数日をまとめて申請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52562"/>
            <a:ext cx="4123944" cy="4170196"/>
          </a:xfrm>
          <a:prstGeom prst="roundRect">
            <a:avLst>
              <a:gd name="adj" fmla="val 2217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06_yukyu_bulk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25714"/>
            <a:ext cx="3977640" cy="40238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「複数日をまとめて申請する」ボタンから、専用モーダルを開きます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開始日・終了日を入力すると「〇日分」が自動表示されます（土日を除く／入力は不可）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モーダルを開いている間も、現在の残日数が常に表示されます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残日数を超える場合は申請ボタンが無効になり、送信できません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ALL EMPLOYEES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申請後の流れ（承認待ち）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3187087"/>
            <a:ext cx="4123944" cy="1901145"/>
          </a:xfrm>
          <a:prstGeom prst="roundRect">
            <a:avLst>
              <a:gd name="adj" fmla="val 4810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08_yukyu_success_mod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60239"/>
            <a:ext cx="3977640" cy="17548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単日・複数日どちらの申請でも「申請しました」という完了モーダルが表示されます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申請内容は管理者にニュースとして自動通知され、承認（許可／不許可）をもって確定します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不許可の場合は残日数が自動的に元に戻ります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履歴の削除も同様に、管理者への申請制になっています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ALL EMPLOYEES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お知らせの確認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3102474"/>
            <a:ext cx="4123944" cy="2070372"/>
          </a:xfrm>
          <a:prstGeom prst="roundRect">
            <a:avLst>
              <a:gd name="adj" fmla="val 4417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09_news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175626"/>
            <a:ext cx="3977640" cy="19240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重要度に応じて色分けされたニュースが一覧表示されます（🔴重要／🟡メンテナンス／💧通常）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タップすると詳細を確認でき、既読・未読を管理できます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アプリ本体やサーバー側が更新されると、システムからのお知らせが自動投稿されます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「お知らせ履歴（すべて）」から過去のお知らせもまとめて確認可能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ALL EMPLOYEES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お知らせ詳細画面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7429"/>
            <a:ext cx="4123944" cy="4660463"/>
          </a:xfrm>
          <a:prstGeom prst="roundRect">
            <a:avLst>
              <a:gd name="adj" fmla="val 2217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10_news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80581"/>
            <a:ext cx="3977640" cy="45141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既読／未読の状態は「お知らせ」タイトルの隣に表示されます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半透明の背景部分をタップ（クリック）すると、そのまま閉じられます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既読済みのお知らせは、右上に×ボタンが表示されます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（管理者のみ）本文の色付き部分の右上にある鉛筆アイコンから、その場で編集できます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ALL EMPLOYEES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設定・パスワード変更・お問い合わせ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2403361" cy="5038344"/>
          </a:xfrm>
          <a:prstGeom prst="roundRect">
            <a:avLst>
              <a:gd name="adj" fmla="val 3805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11_settings_gen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2257057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ログイン後、設定タブからいつでもパスワードを変更可能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給与や有給の間違い、その他の問い合わせをメールで送信できます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ログイン画面からも「ログインできない」等の問い合わせが可能です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ADMINISTRATORS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管理者機能：ユーザー管理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3080092"/>
            <a:ext cx="4123944" cy="2115136"/>
          </a:xfrm>
          <a:prstGeom prst="roundRect">
            <a:avLst>
              <a:gd name="adj" fmla="val 4323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13_admi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153244"/>
            <a:ext cx="3977640" cy="19688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社員ID、または苗字（ひらがな）で検索。同姓の場合は候補一覧から選択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苗字・名前・生年月日・権限・有給残日数（年ごと）・次回有給付与日を修正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新規追加：ID・パスワード・氏名等を入力するだけで、フォルダとドキュメントを自動作成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削除・復元：確認モーダルを経て削除予定に設定。保存期間中はいつでも取り消し可能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ADMINISTRATORS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管理者機能：お知らせの送信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80922"/>
            <a:ext cx="4123944" cy="4913476"/>
          </a:xfrm>
          <a:prstGeom prst="roundRect">
            <a:avLst>
              <a:gd name="adj" fmla="val 2217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14_admin_news_p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54074"/>
            <a:ext cx="3977640" cy="47671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タイトル・内容・対象（全員／管理者のみ）を指定して送信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重要度アイコンを選択（💧通常／🟡メンテナンス／🔴全員に関わる変更）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重要ニュース以外は削除すると復元できません（重要ニュースのみ1年間の復元期間あり）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既読状況は各自の設定に保存され、端末を変えても引き継がれます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ADMINISTRATORS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管理者機能：操作ログの確認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3140056"/>
            <a:ext cx="4123944" cy="1995207"/>
          </a:xfrm>
          <a:prstGeom prst="roundRect">
            <a:avLst>
              <a:gd name="adj" fmla="val 4583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15_admin_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13208"/>
            <a:ext cx="3977640" cy="18489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誰が・いつ・何をしたか（ログイン、有給操作、設定変更等）を記録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「最新のログを読み込む」でいつでも確認可能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読み込み後は「閉じる」ボタンに切り替わり、押すと元の状態に戻ります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クリップボードにコピーして共有・保存できます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ADMINISTRATORS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管理者機能：支払い・有給ルールの設定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18488"/>
            <a:ext cx="1747482" cy="5038344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16_admin_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1601178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給料日・締め日・賞与日・残業警告基準・次回有給付与日を全社共通で設定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ここで変更すると、次回ログイン時から全員に反映されます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土日にあたる場合は自動で前営業日に繰り上げます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特定月だけ給料日を繰り上げる一時的な設定も別途可能です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FOR ADMINISTRATORS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管理者機能：有給申請の承認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10881360" cy="0"/>
          </a:xfrm>
          <a:prstGeom prst="line">
            <a:avLst/>
          </a:prstGeom>
          <a:noFill/>
          <a:ln w="19050">
            <a:solidFill>
              <a:srgbClr val="3D29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7429"/>
            <a:ext cx="4123944" cy="4660463"/>
          </a:xfrm>
          <a:prstGeom prst="roundRect">
            <a:avLst>
              <a:gd name="adj" fmla="val 2217"/>
            </a:avLst>
          </a:prstGeom>
          <a:solidFill>
            <a:srgbClr val="FFFFFF"/>
          </a:solidFill>
          <a:ln w="12700">
            <a:solidFill>
              <a:srgbClr val="C9962C"/>
            </a:solidFill>
            <a:prstDash val="solid"/>
          </a:ln>
        </p:spPr>
      </p:sp>
      <p:pic>
        <p:nvPicPr>
          <p:cNvPr id="6" name="Image 0" descr="C:\Users\a_aoyama\AppData\Local\Temp\claude\C--Users-a-aoyama\efb2a98c-8814-4bea-ab9a-535be9a2813a\scratchpad\docbuild\shots\17_admin_leave_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80581"/>
            <a:ext cx="3977640" cy="45141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78308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社員からの有給の使用・削除申請は、ニュースとして管理者に自動通知されます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12080" y="265176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申請者・対象日・日数・理由を確認し、「許可」「不許可」をその場で選択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0" y="35204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不許可の場合は理由の入力を求められ、残日数は自動的に元に戻ります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12080" y="4389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962C"/>
                </a:solidFill>
              </a:rPr>
              <a:t>●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Driveへの書き込み中は読み込みアニメーションが表示されます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PLEASE NOTE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注意点（一般ユーザー向け）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パスワードは他人と共有しない、他のサービスと使い回さないでください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517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有給の使用・削除は申請制です。管理者の承認をもって確定します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5661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退職・異動等でアカウントが削除されると、ログインできなくなります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4805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残業時間の警告表示はあくまで目安です。実際の申請ルールは会社の規定に従ってください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962C"/>
                </a:solidFill>
              </a:rPr>
              <a:t>PLEASE NOTE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注意点（管理者向け）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GASのURL・共通フォルダIDの変更は、全員に影響するため変更前に必ずダブルチェック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974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517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ユーザー削除は取り消しできますが、完全削除後は元に戻せません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5661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コードを変更した場合、「新バージョンとしてデプロイ」を忘れると反映されません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5262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4805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GAS・アプリを更新した際は、バージョン表記を書き換えると更新お知らせが自動投稿されます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3949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退職者データの保存期間は、法令に基づいた正しい日数を社労士等にご確認ください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19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困ったときは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62C"/>
                </a:solidFill>
              </a:rPr>
              <a:t>アプリ内の「お問い合わせ」から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962C"/>
                </a:solidFill>
              </a:rPr>
              <a:t>いつでもご連絡ください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478"/>
                </a:solidFill>
              </a:rPr>
              <a:t>給与・有給の間違い、ログインできない場合、その他の質問など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2026-07-13T12:15:06Z</dcterms:created>
  <dcterms:modified xsi:type="dcterms:W3CDTF">2026-07-13T12:15:06Z</dcterms:modified>
</cp:coreProperties>
</file>